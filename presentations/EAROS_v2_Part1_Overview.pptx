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0" y="1463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EAROS FRAMEWORK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7955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EAROS v2.0</a:t>
            </a:r>
            <a:endParaRPr lang="en-US" sz="3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Rubric Operational Standard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2999232"/>
            <a:ext cx="13716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2724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Executive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47594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94360" cy="5669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960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EAROS?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36776"/>
            <a:ext cx="594360" cy="5669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36776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72821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404872"/>
            <a:ext cx="594360" cy="5669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04872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49631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Composition Model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172968"/>
            <a:ext cx="594360" cy="5669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72968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2644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Distinct Evaluations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941064"/>
            <a:ext cx="594360" cy="5669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41064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403250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New in Version 2.0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EAROS?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7863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architecture review today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02336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EAROS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4023360" cy="2953512"/>
          </a:xfrm>
          <a:prstGeom prst="rect">
            <a:avLst/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6420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Inconsistent reviews across teams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Scores hidden behind opaque averages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68833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evidence trail to artifact content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 agents cannot be deployed reliably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712464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Rubrics are ad-hoc and ungoverned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80560" y="1097280"/>
            <a:ext cx="4023360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097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EAROS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1481328"/>
            <a:ext cx="4023360" cy="2953512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66420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Standardised, evidence-based review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3440" y="217627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Explicit gates prevent hidden failures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63440" y="268833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Every score anchored to evidence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63440" y="32004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 agents under auditable protocols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63440" y="3712464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Rubrics are governed, versioned assets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Principles (1–4)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7863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principles govern all EAROS rubrics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64008" cy="8229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1115568"/>
            <a:ext cx="84856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95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Concern-Driven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whether artifacts answer stakeholder concerns, not just document completeness.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48256"/>
            <a:ext cx="64008" cy="8229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" y="2048256"/>
            <a:ext cx="84856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122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Evidence First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241401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must point to evidence or explicitly state it is missing.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80944"/>
            <a:ext cx="64008" cy="8229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2980944"/>
            <a:ext cx="84856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44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Gates Before Averages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334670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failures must not be hidden by weighted averages.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913632"/>
            <a:ext cx="64008" cy="8229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" y="3913632"/>
            <a:ext cx="84856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Explainability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42793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disciplined ordinal scales over false numerical precision.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Principles (5–8)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7863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8 is new in v2.0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64008" cy="8229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1115568"/>
            <a:ext cx="84856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957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Separate Observation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observed, inferred, and external evidence classes.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48256"/>
            <a:ext cx="64008" cy="8229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" y="2048256"/>
            <a:ext cx="84856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122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Governed Assets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241401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Rubrics are versioned, reviewed, calibrated, and changed under governance.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80944"/>
            <a:ext cx="64008" cy="8229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2980944"/>
            <a:ext cx="84856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4495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Auditable Agents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334670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evaluations must remain inspectable by human reviewers.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913632"/>
            <a:ext cx="64008" cy="8229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" y="3913632"/>
            <a:ext cx="8485632" cy="822960"/>
          </a:xfrm>
          <a:prstGeom prst="rect">
            <a:avLst/>
          </a:prstGeom>
          <a:solidFill>
            <a:srgbClr val="FEFCE8"/>
          </a:solidFill>
          <a:ln w="12700">
            <a:solidFill>
              <a:srgbClr val="FEF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776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Machine-Readable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23760" y="3977640"/>
            <a:ext cx="1417320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39776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 v2.0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42793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Artifacts in parseable formats enable automated assessment.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Composition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7863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rubrics compose to cover any artifact and context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5303520" cy="96012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15568"/>
            <a:ext cx="73152" cy="960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OVERLAYS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 concerns applied by context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6824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 ·  data-governance  ·  regulatory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67128"/>
            <a:ext cx="5303520" cy="96012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67128"/>
            <a:ext cx="73152" cy="9601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219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5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PROFILES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249631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Specialise for artifact class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7340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75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solution-architecture  ·  reference-architecture  ·  adr  ·  capability-map  ·  roadmap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218688"/>
            <a:ext cx="5303520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218688"/>
            <a:ext cx="73152" cy="9601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735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CORE META-RUBRIC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5478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foundation — applies to ALL artifacts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7856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dimensions  ·  10 criteria  ·  0–4 ordinal scale  ·  gate model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0" y="1078992"/>
            <a:ext cx="3108960" cy="31272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5312" y="11704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25312" y="153619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Core always evaluated first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25312" y="186537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Profile adds artifact-specific criteria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25312" y="21945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Overlays inject cross-cutting requirements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25312" y="252374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Gates checked before computing averages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25312" y="318211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One global rubric = too generic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25312" y="351129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Fully bespoke = ungovernable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25312" y="384048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This model is the balance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Distinct Evaluations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7863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EAROS never collapses these into one opaque score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74320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Quality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499616"/>
            <a:ext cx="2743200" cy="2834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82496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artifact complete, coherent, clear, traceable, and fit for its stated purpose?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27832" y="1115568"/>
            <a:ext cx="274320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1155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Fitness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27832" y="1499616"/>
            <a:ext cx="2743200" cy="2834640"/>
          </a:xfrm>
          <a:prstGeom prst="rect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682496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architecture sound relative to business drivers, quality attributes, risks, and tradeoffs?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115568"/>
            <a:ext cx="2743200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1155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Fit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81344" y="1499616"/>
            <a:ext cx="2743200" cy="283464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682496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artifact comply with mandatory principles, standards, controls, and review expectations?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4320" y="4741164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related but distinct. A beautiful, complete artifact can describe an architecturally unsound system.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457200" cy="507949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New in v2.0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18288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718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enhancements from 63 research sources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2.0 Enhancements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7863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Incorporating latest research on AI-agent evaluation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74320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155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Science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99616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73152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45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 vs 0–4 scale tradeoff analysis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73152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5915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Inter-rater reliability targets (κ &gt; 0.70)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118104"/>
            <a:ext cx="73152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72384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Evidence-anchored scoring protocol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27832" y="1115568"/>
            <a:ext cx="274320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11155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Evaluation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27832" y="1499616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0712" y="1691640"/>
            <a:ext cx="73152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3592" y="1645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directed acyclic graph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10712" y="2404872"/>
            <a:ext cx="73152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235915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monolithic 3-pass model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10712" y="3118104"/>
            <a:ext cx="73152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3072384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RULERS rubric locking protocol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81344" y="1115568"/>
            <a:ext cx="2743200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11155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Formats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81344" y="1499616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64224" y="1691640"/>
            <a:ext cx="73152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1645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ArchiMate exchange format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64224" y="2404872"/>
            <a:ext cx="73152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47104" y="235915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YAML/JSON (DRF)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64224" y="3118104"/>
            <a:ext cx="73152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47104" y="3072384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frontmatter metadata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EAROS FRAMEWORK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17830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Operational Standard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0" y="2852928"/>
            <a:ext cx="18288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9900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Continues: Part 2 — Scoring and AI Assessment 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46405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of 3 · EAROS Framework v2.0 · March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EAROS v2.0 — Part 1: Executive Overview</dc:title>
  <dc:subject>EAROS Framework v2.0</dc:subject>
  <dc:creator>EAROS Framework</dc:creator>
  <cp:lastModifiedBy>EAROS Framework</cp:lastModifiedBy>
  <cp:revision>1</cp:revision>
  <dcterms:created xsi:type="dcterms:W3CDTF">2026-03-19T07:49:20Z</dcterms:created>
  <dcterms:modified xsi:type="dcterms:W3CDTF">2026-03-19T07:49:20Z</dcterms:modified>
</cp:coreProperties>
</file>