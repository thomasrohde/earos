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0" y="146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v2.0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and AI Assessment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999232"/>
            <a:ext cx="13716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272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of 3 | March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7594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Standard: 0–4 Ordinal Scale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must be explainable and evidence-linked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02920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1115568"/>
            <a:ext cx="1280160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1556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57400" y="1115568"/>
            <a:ext cx="67665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11556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addressed, well evidenced, internally consistent, and decision-ready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50292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4708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1847088"/>
            <a:ext cx="128016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84708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57400" y="1847088"/>
            <a:ext cx="67665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84708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addressed with adequate evidence and only minor gaps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78608"/>
            <a:ext cx="50292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7860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2578608"/>
            <a:ext cx="128016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57860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57400" y="2578608"/>
            <a:ext cx="676656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257860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addressed, but coverage incomplete, inconsistent, or weakly evidenced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10128"/>
            <a:ext cx="502920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1012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77240" y="3310128"/>
            <a:ext cx="1280160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3101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57400" y="3310128"/>
            <a:ext cx="676656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331012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acknowledged or implied, but inadequate for decision support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41648"/>
            <a:ext cx="502920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04164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77240" y="4041648"/>
            <a:ext cx="1280160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04164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057400" y="4041648"/>
            <a:ext cx="676656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404164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meaningful evidence, or evidence directly contradicts the criterion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v2.0: Research suggests 0–3 for pure agent use. Retain 0–4 for human and hybrid review.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prevent critical failures from being averaged away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14800" cy="130759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934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critical gate failures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Weighted score ≥ 3.2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dimension &lt; 2.0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Pass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1481328"/>
            <a:ext cx="4114800" cy="130759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0934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critical gate failures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97510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Score 2.4–3.19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34086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Weaknesses containable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148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Required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355848"/>
            <a:ext cx="4114800" cy="1307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8386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Score &lt; 2.4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84962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Repeated weak dimensions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1538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Insufficient evidence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411480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09160" y="3355848"/>
            <a:ext cx="4114800" cy="1307592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48386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Critical gate failure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84962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Artifact type mismatch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21538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Purpose unclear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57200" cy="507949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8288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v2.0: DAG-based evaluation with evidence anchoring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DAG-Based Evaluation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directed acyclic graph replaces monolithic 3-pass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1–4: Analysis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75488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47548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1097280"/>
            <a:ext cx="3639312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521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Validation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14630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checks: metadata, sections, schema conformance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20824"/>
            <a:ext cx="475488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20824"/>
            <a:ext cx="47548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2020824"/>
            <a:ext cx="3639312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0756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238658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evidence for each criterion from identified sections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475488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44368"/>
            <a:ext cx="47548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9808" y="2944368"/>
            <a:ext cx="3639312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9992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Scoring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33101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criterion scored independently with evidence anchoring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67912"/>
            <a:ext cx="475488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67912"/>
            <a:ext cx="47548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9808" y="3867912"/>
            <a:ext cx="3639312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9227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Validation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423367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consistency between criterion scores and artifact sections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8686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5–8: Synthesis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475488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097280"/>
            <a:ext cx="47548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184648" y="1097280"/>
            <a:ext cx="3639312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11521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Aggregation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03520" y="14630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dimension-level scores from criterion results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020824"/>
            <a:ext cx="475488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020824"/>
            <a:ext cx="47548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184648" y="2020824"/>
            <a:ext cx="3639312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20756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Pass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303520" y="238658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unsupported claims, over-scoring, unanswered questions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2944368"/>
            <a:ext cx="475488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944368"/>
            <a:ext cx="47548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184648" y="2944368"/>
            <a:ext cx="3639312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9992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03520" y="33101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scores against gold-set using RULERS Wasserstein method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3867912"/>
            <a:ext cx="475488" cy="8869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867912"/>
            <a:ext cx="47548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5184648" y="3867912"/>
            <a:ext cx="3639312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39227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Determination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303520" y="423367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gate checks then status thresholds to produce final verdict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07408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RULERS Evidence-Anchoring Protocol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agent-generated score must include five elements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6517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reference to artifact section, page, paragraph, or diagram 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115568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1556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1463040"/>
            <a:ext cx="26517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relevant text from the artifact that supports the 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115568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11556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Class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6517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554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(direct), Inferred (interpretation), or External (from standards/policy)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51460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862072"/>
            <a:ext cx="26517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53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Sufficient, Partial, or Insufficient for the criterion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27832" y="2514600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51460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27832" y="2862072"/>
            <a:ext cx="265176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953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Low, Medium, or High with explicit reasons for anything below High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85953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490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without evidence anchors are flagged as unverified and excluded from automated status determination.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and Reliability Targets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v2.0: explicit inter-rater reliability targets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Targets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criteria:  &gt; 95% agreement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(well-defined):  κ &gt; 0.70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225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(subjective):  κ &gt; 0.50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assessment:  ρ &gt; 0.80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0906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Adjacent-score tolerance: disagreements of exactly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58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level are treated as soft disagreements.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429768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Process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347472" cy="34747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10912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10–20 representative artifacts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139696"/>
            <a:ext cx="347472" cy="34747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139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10912" y="21579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independently with 2+ reviewers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724912"/>
            <a:ext cx="347472" cy="34747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724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results across reviewers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310128"/>
            <a:ext cx="347472" cy="34747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310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3328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ambiguous criteria and rewrite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895344"/>
            <a:ext cx="347472" cy="34747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895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0912" y="3913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agreement stabilises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Recalibrate on: profile changes, rubric updates, new artifact types.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EAROS FRAMEWORK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1783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Operational Standard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2852928"/>
            <a:ext cx="1828800" cy="45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990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Continues: Part 3 — Implementation Guide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46405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of 3 · EAROS Framework v2.0 ·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EAROS v2.0 — Part 2: Scoring and AI Assessment</dc:title>
  <dc:subject>EAROS Framework v2.0</dc:subject>
  <dc:creator>EAROS Framework</dc:creator>
  <cp:lastModifiedBy>EAROS Framework</cp:lastModifiedBy>
  <cp:revision>1</cp:revision>
  <dcterms:created xsi:type="dcterms:W3CDTF">2026-03-19T07:49:20Z</dcterms:created>
  <dcterms:modified xsi:type="dcterms:W3CDTF">2026-03-19T07:49:20Z</dcterms:modified>
</cp:coreProperties>
</file>