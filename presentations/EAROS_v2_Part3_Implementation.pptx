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0" y="1463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EAROS FRAMEWORK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7955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EAROS v2.0</a:t>
            </a:r>
            <a:endParaRPr lang="en-US" sz="3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Guide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2999232"/>
            <a:ext cx="13716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2724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of 3 | March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47594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Design Methods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based on the artifact's primary purpose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Viewpoint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1316736"/>
            <a:ext cx="45720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1673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316736"/>
            <a:ext cx="8092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441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Decision-Centred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34416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ADRs, investment reviews, exception requests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84832"/>
            <a:ext cx="457200" cy="47548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8483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2084832"/>
            <a:ext cx="8092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1122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Viewpoint-Centred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21122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maps, reference architectures, landscape views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6151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/ Risk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852928"/>
            <a:ext cx="457200" cy="4754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5292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2852928"/>
            <a:ext cx="8092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Lifecycle-Centred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20440" y="28803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designs, roadmaps, handover docs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621024"/>
            <a:ext cx="457200" cy="4754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62102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31520" y="3621024"/>
            <a:ext cx="8092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648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Risk-Centred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20440" y="364845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regulatory, resilience architecture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151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Library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4389120"/>
            <a:ext cx="45720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38912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31520" y="4389120"/>
            <a:ext cx="8092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416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Library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20440" y="44165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reference architectures and platform service definitions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47777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5–12 criteria per profile. More suggests mixing concerns.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Starter Profiles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controlled seed set, run for 6–8 weeks, then tune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512064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Profiles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517904"/>
            <a:ext cx="5120640" cy="69494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72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186537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Decomposition, non-overlap, naming, ownership, business linkage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5120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340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" y="26334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statement, options, quality attributes, integration, operations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054096"/>
            <a:ext cx="5120640" cy="69494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" y="34015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clarity, options, consequences, tradeoffs, reversibility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822192"/>
            <a:ext cx="5120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8770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" y="416966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Dependencies, sequencing, transitions, ownership, milestones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1078992"/>
            <a:ext cx="329184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10789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Overlays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577840" y="1517904"/>
            <a:ext cx="32918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15727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Overlay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15000" y="186537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Non-negotiable controls, threat assessment, residual risk visibility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340864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23957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Overlay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268833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compliance checks, audit trail requirements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7777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Overlays apply across all artifact types — applied by context, not artifact class.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457200" cy="507949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Formats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18288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71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 v2.0: machine-readable format requirements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Format Requirements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Machine-readable formats for reliable AI assessment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4320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15568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Metadata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727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frontmatter on every artifact: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document_type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version and status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61518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domain and systems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9626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quality_attributes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3310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standards_compliance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related_artifacts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4005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validation enables automated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435254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checks.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27832" y="1115568"/>
            <a:ext cx="2743200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115568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Formats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27832" y="1481328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92424" y="15727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ArchiMate Exchange (XML/XSD)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92424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for API specs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92424" y="2267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ADR: MADR or DRF (YAML/JSON)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92424" y="261518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arc42 template (12 sections)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92424" y="3310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validation enables automated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92424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checks.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81344" y="1115568"/>
            <a:ext cx="274320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1115568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Diagram-as-Code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81344" y="1481328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15727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Structurizr DSL (C4)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45936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PlantUML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45936" y="2267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Mermaid or D2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45936" y="29626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Machine-readable model as authoritative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45936" y="3310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source. Rendered diagram as visual aid.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Roadmap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approach to operationalising EAROS v2.0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43891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335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536192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4288" y="265176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66420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Core Meta-Rubric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219456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Run on 10–20 real artifacts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272491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Calibrate with 2+ reviewers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" y="325526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Establish baselines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50592" y="1097280"/>
            <a:ext cx="201168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0972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42032" y="1335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5–10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50592" y="1536192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65176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78608" y="166420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Starter Profiles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78608" y="219456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Security + Regulatory overlays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78608" y="272491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Calibrate each profile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26864" y="1097280"/>
            <a:ext cx="2011680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10972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18304" y="1335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11–16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26864" y="1536192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265176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166420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Agent Assessment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219456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DAG evaluation pipeline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0" y="272491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Parallel human + agent reviews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325526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Target: κ &gt; 0.70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03136" y="1097280"/>
            <a:ext cx="2011680" cy="43891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94576" y="10972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94576" y="1335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03136" y="1536192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31152" y="166420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Scale and Govern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31152" y="219456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Add profiles on demand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31152" y="272491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Monitor rubric metrics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31152" y="325526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Expand agent autonomy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roles and operational metrics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512064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517904"/>
            <a:ext cx="51206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72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Owner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15727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Content, lifecycle, versioning, quality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665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Authority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06654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 major changes, profile publication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505456"/>
            <a:ext cx="51206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560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the rubric (human or agent)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99232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540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305409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evaluation quality, disputes weak reasoning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493008"/>
            <a:ext cx="51206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47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Lead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35478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examples, agreement monitoring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986784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041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Steward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4041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Prompts, workflows, schemas, automation controls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77840" y="1078992"/>
            <a:ext cx="329184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10789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15000" y="153619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Pass / rework distribution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2029968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Agent–human agreement (κ)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15000" y="252374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Gate failure frequency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3017520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Waiver rate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15000" y="3511296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Time to evaluate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Deliverables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operationalise EAROS v2.0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36576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115568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15214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core-meta-rubric.v2.yaml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36576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048256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solution-architecture.v2.yaml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07792"/>
            <a:ext cx="36576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07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907792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94436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adr.v2.yaml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3803904"/>
            <a:ext cx="36576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803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803904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8404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capability-map.v2.yaml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1115568"/>
            <a:ext cx="36576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115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74920" y="1115568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15214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evaluation.schema.v2.json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2011680"/>
            <a:ext cx="36576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74920" y="2011680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048256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rubric.schema.v2.json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09160" y="2907792"/>
            <a:ext cx="36576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907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74920" y="2907792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294436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calibration-pack.v2.md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09160" y="3803904"/>
            <a:ext cx="36576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803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74920" y="3803904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38404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agent-evaluation-pipeline (DAG implementation)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EAROS FRAMEWORK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17830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Operational Standard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0" y="2852928"/>
            <a:ext cx="18288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46405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of 3 · EAROS Framework v2.0 ·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EAROS v2.0 — Part 3: Implementation Guide</dc:title>
  <dc:subject>EAROS Framework v2.0</dc:subject>
  <dc:creator>EAROS Framework</dc:creator>
  <cp:lastModifiedBy>EAROS Framework</cp:lastModifiedBy>
  <cp:revision>1</cp:revision>
  <dcterms:created xsi:type="dcterms:W3CDTF">2026-03-19T07:49:20Z</dcterms:created>
  <dcterms:modified xsi:type="dcterms:W3CDTF">2026-03-19T07:49:20Z</dcterms:modified>
</cp:coreProperties>
</file>